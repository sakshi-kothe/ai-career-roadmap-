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Learning &amp; Career Roadmap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0" y="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89320" y="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66560" y="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543800" y="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1040" y="0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Your Career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31520" y="1783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AI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personalized learning roadmap based 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skills, performance, and career goals.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61188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118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23160" y="3611880"/>
            <a:ext cx="1188720" cy="475488"/>
          </a:xfrm>
          <a:prstGeom prst="roundRect">
            <a:avLst>
              <a:gd name="adj" fmla="val 15385"/>
            </a:avLst>
          </a:prstGeom>
          <a:solidFill>
            <a:srgbClr val="0F172A">
              <a:alpha val="1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36118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640080"/>
            <a:ext cx="2286000" cy="2286000"/>
          </a:xfrm>
          <a:prstGeom prst="ellipse">
            <a:avLst/>
          </a:prstGeom>
          <a:solidFill>
            <a:srgbClr val="6366F1">
              <a:alpha val="2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097280"/>
            <a:ext cx="1371600" cy="1371600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Career Roadmap System  |  Screen 1: Home / Landing Page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Registration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0" y="777240"/>
            <a:ext cx="512064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 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86200" y="950976"/>
            <a:ext cx="3017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941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[___________________]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435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ID  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86200" y="1472184"/>
            <a:ext cx="3017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[___________________]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9568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 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86200" y="1993392"/>
            <a:ext cx="3017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[___________________]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4780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 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86200" y="2514600"/>
            <a:ext cx="3017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[___________________]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9992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 :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86200" y="3035808"/>
            <a:ext cx="3017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026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IT / CSE / ECE  ▼ 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520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Study  :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86200" y="3557016"/>
            <a:ext cx="301752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[ 1st / 2nd / 3rd ▼ 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4407408"/>
            <a:ext cx="1463040" cy="384048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4407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4407408"/>
            <a:ext cx="1463040" cy="38404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407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2: Student Registration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640080"/>
            <a:ext cx="36576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0" y="777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Login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17520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892808"/>
            <a:ext cx="3108960" cy="301752"/>
          </a:xfrm>
          <a:prstGeom prst="rect">
            <a:avLst/>
          </a:prstGeom>
          <a:solidFill>
            <a:srgbClr val="0F172A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89280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[_____________________]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2807208"/>
            <a:ext cx="3108960" cy="301752"/>
          </a:xfrm>
          <a:prstGeom prst="rect">
            <a:avLst/>
          </a:prstGeom>
          <a:solidFill>
            <a:srgbClr val="0F172A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80720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[_____________________]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356616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566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3: Login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Profile Details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Academic Details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%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289304"/>
            <a:ext cx="1554480" cy="237744"/>
          </a:xfrm>
          <a:prstGeom prst="rect">
            <a:avLst/>
          </a:prstGeom>
          <a:solidFill>
            <a:srgbClr val="F1F5F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89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____ 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700784"/>
            <a:ext cx="1554480" cy="237744"/>
          </a:xfrm>
          <a:prstGeom prst="rect">
            <a:avLst/>
          </a:prstGeom>
          <a:solidFill>
            <a:srgbClr val="F1F5F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700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____ 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CGPA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2112264"/>
            <a:ext cx="1554480" cy="237744"/>
          </a:xfrm>
          <a:prstGeom prst="rect">
            <a:avLst/>
          </a:prstGeom>
          <a:solidFill>
            <a:srgbClr val="F1F5F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1122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____ 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Technical Skills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44368"/>
            <a:ext cx="20116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" y="2944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2944368"/>
            <a:ext cx="20116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75688" y="2944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2944368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944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28416"/>
            <a:ext cx="20116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5528" y="3328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3328416"/>
            <a:ext cx="20116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328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75688" y="3328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3328416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3328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777240"/>
            <a:ext cx="402336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Career Goal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129844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37760" y="1709928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673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37760" y="212140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377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Interests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2926080"/>
            <a:ext cx="3474720" cy="292608"/>
          </a:xfrm>
          <a:prstGeom prst="rect">
            <a:avLst/>
          </a:prstGeom>
          <a:solidFill>
            <a:srgbClr val="F1F5F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926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Web Dev / AI / Data Science  ▼ ]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Hours/Day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269480" y="3401568"/>
            <a:ext cx="1188720" cy="246888"/>
          </a:xfrm>
          <a:prstGeom prst="rect">
            <a:avLst/>
          </a:prstGeom>
          <a:solidFill>
            <a:srgbClr val="F1F5F9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34015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[ 2 / 4 / 6 ▼ ]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0" y="44805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0" y="4480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Generate Roadmap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4: Student Profile Input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Gap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Role: Full Stack Developer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52044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887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Your Skills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51760" cy="352044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651760" cy="43891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1887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Required Skills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719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724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227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51760" cy="352044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188720"/>
            <a:ext cx="2651760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1887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Missing Skills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1719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221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7249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5: Skill Gap Analysis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Learning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743200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424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09344"/>
            <a:ext cx="329184" cy="3291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572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359152"/>
            <a:ext cx="329184" cy="3291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3225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Basics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329184" cy="3291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3072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777240"/>
            <a:ext cx="27432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Phase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10424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1609344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50208" y="1572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20440" y="2359152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50208" y="23225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520440" y="310896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50208" y="3072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777240"/>
            <a:ext cx="27432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Phase 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10424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1609344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76288" y="15727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Basics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46520" y="2359152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76288" y="23225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46520" y="310896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76288" y="3072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Prep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108960" y="1920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1920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6: Personalized Learning Roadmap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&amp; Internship Suggestions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743200" cy="4114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74320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Mini Projects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22860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22860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Application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777240"/>
            <a:ext cx="2743200" cy="4114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777240"/>
            <a:ext cx="2743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Major Project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1463040"/>
            <a:ext cx="22860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Learning Roadmap System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777240"/>
            <a:ext cx="2743200" cy="4114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777240"/>
            <a:ext cx="27432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Internship Domains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1463040"/>
            <a:ext cx="22860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Developer Intern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2148840"/>
            <a:ext cx="22860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Intern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7: Project &amp; Internship Recommendations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Tracking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5603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Completed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777240"/>
            <a:ext cx="25603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868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8/10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37560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777240"/>
            <a:ext cx="25603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868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hrs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Studied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Progress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33472"/>
            <a:ext cx="493776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6334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Performance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17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3840480"/>
            <a:ext cx="548640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4617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926080" y="4206240"/>
            <a:ext cx="54864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4617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0" y="3840480"/>
            <a:ext cx="548640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4617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20640" y="3657600"/>
            <a:ext cx="54864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4617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4023360"/>
            <a:ext cx="54864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4617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0" y="4206240"/>
            <a:ext cx="548640" cy="3657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4617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8: Progress Tracking Dashboard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194560" cy="45079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85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 Panel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219456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Students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1673352"/>
            <a:ext cx="21945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16733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2203704"/>
            <a:ext cx="21945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" y="2203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2734056"/>
            <a:ext cx="21945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" y="27340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Skills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3264408"/>
            <a:ext cx="219456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" y="3264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Reports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777240"/>
            <a:ext cx="3017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777240"/>
            <a:ext cx="109728" cy="1600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697480" y="1435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 Details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manage all registered students, filter by branch or year.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777240"/>
            <a:ext cx="3017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777240"/>
            <a:ext cx="109728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989320" y="1435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Skill Requirements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required skill sets for each career role and job domain.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68880" y="2651760"/>
            <a:ext cx="3017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2651760"/>
            <a:ext cx="109728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26974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697480" y="3310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Learning Resources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9748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remove or update course links and learning materials.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60720" y="2651760"/>
            <a:ext cx="3017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2651760"/>
            <a:ext cx="109728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989320" y="3310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 &amp; Analytics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8932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performance metrics and progress reports for all students.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9: Admin Dashboard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822960"/>
            <a:ext cx="5486400" cy="4114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We'd love your feedback!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783080"/>
            <a:ext cx="4937760" cy="1280160"/>
          </a:xfrm>
          <a:prstGeom prst="rect">
            <a:avLst/>
          </a:prstGeom>
          <a:solidFill>
            <a:srgbClr val="0F172A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8288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thoughts here...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Experience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352044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49040" y="352044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06240" y="352044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352044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200400" y="41148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EC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Feedback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10: Feedback Screen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Screen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Learning &amp; Career Roadmap System — 10 Core Screens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 / Landing Page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17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Student Registration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21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2121408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12140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Student Profile Input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254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Skill Gap Analysis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825496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8254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Learning Roadmap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95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Project &amp; Internship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529584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5295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Progress Dashboard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336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Admin Dashboard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4233672"/>
            <a:ext cx="4023360" cy="54864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2336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Feedback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AI Career Roadmap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Learning &amp; Career Roadmap System</dc:title>
  <dc:subject>PptxGenJS Presentation</dc:subject>
  <dc:creator>PptxGenJS</dc:creator>
  <cp:lastModifiedBy>PptxGenJS</cp:lastModifiedBy>
  <cp:revision>1</cp:revision>
  <dcterms:created xsi:type="dcterms:W3CDTF">2026-03-14T18:15:31Z</dcterms:created>
  <dcterms:modified xsi:type="dcterms:W3CDTF">2026-03-14T18:15:31Z</dcterms:modified>
</cp:coreProperties>
</file>